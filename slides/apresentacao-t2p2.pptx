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a4272a9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a4272a9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4272a9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4272a9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4272a99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a4272a9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4a3359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4a3359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Exploração em Fine-Tuning através de GraphRAG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roxima Nova"/>
                <a:ea typeface="Proxima Nova"/>
                <a:cs typeface="Proxima Nova"/>
                <a:sym typeface="Proxima Nova"/>
              </a:rPr>
              <a:t>Um estudo de caso prático de definições, exploração e consolidação de conhecimento sobre métodos de Fine-Tuning através de ferramentas de GraphRAG.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671250" y="3829200"/>
            <a:ext cx="20394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Proxima Nova"/>
                <a:ea typeface="Proxima Nova"/>
                <a:cs typeface="Proxima Nova"/>
                <a:sym typeface="Proxima Nova"/>
              </a:rPr>
              <a:t>Deivdson Pereira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Proxima Nova"/>
                <a:ea typeface="Proxima Nova"/>
                <a:cs typeface="Proxima Nova"/>
                <a:sym typeface="Proxima Nova"/>
              </a:rPr>
              <a:t>Paulo Vinicius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Proxima Nova"/>
                <a:ea typeface="Proxima Nova"/>
                <a:cs typeface="Proxima Nova"/>
                <a:sym typeface="Proxima Nova"/>
              </a:rPr>
              <a:t>Tiago Fernandes</a:t>
            </a:r>
            <a:endParaRPr sz="1228"/>
          </a:p>
        </p:txBody>
      </p:sp>
      <p:sp>
        <p:nvSpPr>
          <p:cNvPr id="62" name="Google Shape;62;p13"/>
          <p:cNvSpPr txBox="1"/>
          <p:nvPr/>
        </p:nvSpPr>
        <p:spPr>
          <a:xfrm>
            <a:off x="5724450" y="3829188"/>
            <a:ext cx="29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PPGEEC2327 - TÓPICOS ESPECIAIS EM PROCESSAMENTO INTELIGENTE DA INFORMAÇÃO</a:t>
            </a:r>
            <a:endParaRPr sz="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250" y="4610552"/>
            <a:ext cx="778310" cy="24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253" y="4610549"/>
            <a:ext cx="600771" cy="2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5724450" y="4148850"/>
            <a:ext cx="29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PROGRAMA DE PÓS-GRADUAÇÃO EM ENGENHARIA ELÉTRICA E DE COMPUTAÇÃO</a:t>
            </a:r>
            <a:endParaRPr sz="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 vs. Tema</a:t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1286550" y="1590625"/>
            <a:ext cx="2702700" cy="2311500"/>
            <a:chOff x="945925" y="1590625"/>
            <a:chExt cx="2702700" cy="2311500"/>
          </a:xfrm>
        </p:grpSpPr>
        <p:sp>
          <p:nvSpPr>
            <p:cNvPr id="72" name="Google Shape;72;p14"/>
            <p:cNvSpPr/>
            <p:nvPr/>
          </p:nvSpPr>
          <p:spPr>
            <a:xfrm>
              <a:off x="945925" y="2052325"/>
              <a:ext cx="2702700" cy="1849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Proxima Nova"/>
                  <a:ea typeface="Proxima Nova"/>
                  <a:cs typeface="Proxima Nova"/>
                  <a:sym typeface="Proxima Nova"/>
                </a:rPr>
                <a:t>Uma </a:t>
              </a:r>
              <a:r>
                <a:rPr b="1" lang="pt-BR">
                  <a:latin typeface="Proxima Nova"/>
                  <a:ea typeface="Proxima Nova"/>
                  <a:cs typeface="Proxima Nova"/>
                  <a:sym typeface="Proxima Nova"/>
                </a:rPr>
                <a:t>visão geral de técnicas</a:t>
              </a:r>
              <a:r>
                <a:rPr lang="pt-BR">
                  <a:latin typeface="Proxima Nova"/>
                  <a:ea typeface="Proxima Nova"/>
                  <a:cs typeface="Proxima Nova"/>
                  <a:sym typeface="Proxima Nova"/>
                </a:rPr>
                <a:t> e requisitos necessários para implementação de métodos de treinamento de </a:t>
              </a:r>
              <a:r>
                <a:rPr b="1" lang="pt-BR">
                  <a:latin typeface="Proxima Nova"/>
                  <a:ea typeface="Proxima Nova"/>
                  <a:cs typeface="Proxima Nova"/>
                  <a:sym typeface="Proxima Nova"/>
                </a:rPr>
                <a:t>dados específicos</a:t>
              </a:r>
              <a:r>
                <a:rPr lang="pt-BR">
                  <a:latin typeface="Proxima Nova"/>
                  <a:ea typeface="Proxima Nova"/>
                  <a:cs typeface="Proxima Nova"/>
                  <a:sym typeface="Proxima Nova"/>
                </a:rPr>
                <a:t> em LLM. Qual método utilizar para uma dada natureza de dados ou tarefa?</a:t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456975" y="1590625"/>
              <a:ext cx="168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PROBLEMA</a:t>
              </a:r>
              <a:endPara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5247675" y="1590625"/>
            <a:ext cx="2702700" cy="2311500"/>
            <a:chOff x="5076300" y="1590625"/>
            <a:chExt cx="2702700" cy="2311500"/>
          </a:xfrm>
        </p:grpSpPr>
        <p:sp>
          <p:nvSpPr>
            <p:cNvPr id="75" name="Google Shape;75;p14"/>
            <p:cNvSpPr/>
            <p:nvPr/>
          </p:nvSpPr>
          <p:spPr>
            <a:xfrm>
              <a:off x="5076300" y="2052325"/>
              <a:ext cx="2702700" cy="1849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Proxima Nova"/>
                  <a:ea typeface="Proxima Nova"/>
                  <a:cs typeface="Proxima Nova"/>
                  <a:sym typeface="Proxima Nova"/>
                </a:rPr>
                <a:t>Fine-Tuning e seus diversos métodos e variações.</a:t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587350" y="1590625"/>
              <a:ext cx="168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TEMA</a:t>
              </a:r>
              <a:endPara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Coletar um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acervo de materiais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relacionados ao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tema de </a:t>
            </a:r>
            <a:r>
              <a:rPr b="1" i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Fine-Tuning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(FT)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detalhamento e aplicações de seus métodos;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Injetar acervo em ferramenta de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GraphRAG (EdgeQuake)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visão geral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do tema e facilidade de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parametrização de métodos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seus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relacionamentos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Utilizar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GraphRAG + LLM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esclarecimentos e geração de </a:t>
            </a:r>
            <a:r>
              <a:rPr b="1"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informações agregadas</a:t>
            </a: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sobre o tema.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i="1" lang="pt-BR"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Avaliar aplicabilidade de métodos de FT em natureza de dados e tarefa específicas.</a:t>
            </a:r>
            <a:endParaRPr i="1" sz="1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Considerações gerais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Acervo com 12 documentos (artigos e sites);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3k+ entidades;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4k+ relacionamentos;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pt-B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Principais entidades extraída: LoRA, QLoRA, PEFT etc;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30405" r="21697" t="12603"/>
          <a:stretch/>
        </p:blipFill>
        <p:spPr>
          <a:xfrm>
            <a:off x="4917355" y="1152475"/>
            <a:ext cx="391494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Considerações gerais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064" y="1017725"/>
            <a:ext cx="6559874" cy="28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11700" y="4068500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pt-BR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PEFT, LoRA, QLoRA e IA³ maior aderência para treinamento em geração de código;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pt-BR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Há métodos destinados a: segurança/privacidade, limitações de hardware, etc.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